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4011"/>
    <a:srgbClr val="FFF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644D5-A0ED-296C-A5A1-7582164EB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600C4-2B08-5963-93E5-E5CD0C033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B75E0-CEA8-A8CF-B1C9-5EBBBCBE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4EB1D-6FFC-E190-87E4-DA3F9662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A9816-E7C8-8827-6569-6E063E10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7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069A-0ABC-F08D-E7FD-DE0AE4A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6FD6-85AE-4707-6F7B-D11C8388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FEAEB-9F33-1CBF-66C8-57B2D104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F6CC-BDB3-5F7E-7A88-71BDF8A4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40CA9-A56B-6AD8-C75F-BFE3E150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1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71FA-62FD-D264-B899-3AD8180F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56C30-4460-34BF-9A2F-4B9E85080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89BCD-99C4-C0D2-CA47-1D51394A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31348-F372-0C8F-A956-521C41F7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8E9D-86C9-63E5-B134-AF4D6081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2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983A-D46D-310C-08A5-DA5B68C1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76A3-0FEE-850E-DF00-9E5ED3361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FCEFE-614F-F5B4-3ABA-0D9386743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F2424-9F5D-C1AD-36E8-0659368C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FB896-BD6F-DCEA-060B-6DC405B9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F94AA-7668-573C-1B76-467BD60A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2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A652-B737-F280-D11A-89C0E34D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C29CF-2993-6BC5-E507-EDA7B490E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F50B-103D-F27B-E25D-AE67F1998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6F8F7-8011-16EE-AD4A-9C5E3BB13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F627A-BA5A-ED60-D88A-539BC8270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03E40-FC8D-4652-5401-AB2A3BCC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1E2B4-B6A8-92F5-18DF-A85851CC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B4673E-7E0B-4568-972E-C8B27CDE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6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0AA3-ED8A-E607-D0B4-936E3369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B3BE0-4B58-CF6C-324B-1B10BB3E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A19E3-E4D9-B298-97D7-290E8D97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83BD5-55F6-2E74-59B4-30910C39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0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17809-F6EB-B699-3A19-2038CC19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74805-CCC7-DE9C-2317-D5116BBF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BD001-57EC-2A1F-94E7-4D2F6D1C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4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CD49-55A0-22F8-F918-4186FB1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245FD-0CBC-AD98-0D79-191982C92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53A3A-2B7C-E56A-425C-FBB9457E0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0C1E1-8879-D84F-3C6F-A3067CB5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4FA5A-DD6B-3289-6CE2-F84CFCD1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E38ED-FD50-2A59-AE30-A22B8985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7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5574-D5E2-74E3-4BBE-11BE29A8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6A896-D4F8-6459-4AF4-3E2D7402A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CC406-EE5F-D2F5-6370-1E50669ED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599D4-4A0C-1AD0-0C16-34E4732A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D108B-0189-187E-B0D4-78A52C57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7CCBF-05B2-6A34-604E-B4D668B8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8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B271-EF90-2CF6-CF1A-25B98F84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50700-CFA6-5745-0B03-2E3872AB6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A73E5-1CCA-6918-DC9B-A7ED2DA0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A0A12-4F04-909E-BD51-A67C350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301C2-1228-81CA-8274-86C0B140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0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5C786-C63C-ACD3-27C8-58742D5BB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C8F45-E30C-E465-755C-C2E37A9A4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772E-52F9-DE1B-8A3C-96A4F49E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CF7B-62E4-CA78-02EB-264E8649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BBB61-4362-C1DE-DD3E-EEB1E0FF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1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96733-929E-7F80-0C12-145A71ED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A87F7-0509-35CF-08A6-F3A11A69E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B6742-1672-E5E6-5E3C-68AB421A7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DB147-87F8-440E-B791-E5A3DF20B5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E149C-4A0E-2C7F-2D7D-DFF74DCCE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AAC1E-7200-0288-9DD6-93CE1E66D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1150F-6C26-4F04-A74A-61D7016DF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7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8A97-DB07-B544-6C00-3797F6E03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53680"/>
            <a:ext cx="12192000" cy="2387600"/>
          </a:xfrm>
        </p:spPr>
        <p:txBody>
          <a:bodyPr>
            <a:noAutofit/>
          </a:bodyPr>
          <a:lstStyle/>
          <a:p>
            <a:r>
              <a:rPr lang="en-US" sz="16100" dirty="0">
                <a:solidFill>
                  <a:srgbClr val="9F4011"/>
                </a:solidFill>
                <a:latin typeface="Bauhaus 93" panose="04030905020B02020C02" pitchFamily="82" charset="0"/>
              </a:rPr>
              <a:t>SNAKE TALES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099E8-9866-5512-EA0D-5CD08146C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accent2"/>
                </a:solidFill>
                <a:latin typeface="Bauhaus 93" panose="04030905020B02020C02" pitchFamily="82" charset="0"/>
              </a:rPr>
              <a:t>BY: JORDAN RIVERA</a:t>
            </a:r>
          </a:p>
        </p:txBody>
      </p:sp>
    </p:spTree>
    <p:extLst>
      <p:ext uri="{BB962C8B-B14F-4D97-AF65-F5344CB8AC3E}">
        <p14:creationId xmlns:p14="http://schemas.microsoft.com/office/powerpoint/2010/main" val="1734197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Bauhaus 93</vt:lpstr>
      <vt:lpstr>Office Theme</vt:lpstr>
      <vt:lpstr>SNAKE TALES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Rivera</dc:creator>
  <cp:lastModifiedBy>Jordan Rivera</cp:lastModifiedBy>
  <cp:revision>1</cp:revision>
  <dcterms:created xsi:type="dcterms:W3CDTF">2026-01-21T20:57:05Z</dcterms:created>
  <dcterms:modified xsi:type="dcterms:W3CDTF">2026-01-21T21:13:52Z</dcterms:modified>
</cp:coreProperties>
</file>